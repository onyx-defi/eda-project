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1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94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mmanuel Ajibola" userId="b1a03d759d8f4b91" providerId="LiveId" clId="{0BBC2B9E-421C-42E6-8F01-712F85DAFB7B}"/>
    <pc:docChg chg="undo redo custSel addSld delSld modSld">
      <pc:chgData name="Emmanuel Ajibola" userId="b1a03d759d8f4b91" providerId="LiveId" clId="{0BBC2B9E-421C-42E6-8F01-712F85DAFB7B}" dt="2026-06-10T23:58:03.738" v="835" actId="20577"/>
      <pc:docMkLst>
        <pc:docMk/>
      </pc:docMkLst>
      <pc:sldChg chg="new del">
        <pc:chgData name="Emmanuel Ajibola" userId="b1a03d759d8f4b91" providerId="LiveId" clId="{0BBC2B9E-421C-42E6-8F01-712F85DAFB7B}" dt="2026-06-10T16:39:05.265" v="2" actId="47"/>
        <pc:sldMkLst>
          <pc:docMk/>
          <pc:sldMk cId="4026644680" sldId="257"/>
        </pc:sldMkLst>
      </pc:sldChg>
      <pc:sldChg chg="new del">
        <pc:chgData name="Emmanuel Ajibola" userId="b1a03d759d8f4b91" providerId="LiveId" clId="{0BBC2B9E-421C-42E6-8F01-712F85DAFB7B}" dt="2026-06-10T16:39:28.519" v="6" actId="47"/>
        <pc:sldMkLst>
          <pc:docMk/>
          <pc:sldMk cId="871259734" sldId="258"/>
        </pc:sldMkLst>
      </pc:sldChg>
      <pc:sldChg chg="new del">
        <pc:chgData name="Emmanuel Ajibola" userId="b1a03d759d8f4b91" providerId="LiveId" clId="{0BBC2B9E-421C-42E6-8F01-712F85DAFB7B}" dt="2026-06-10T16:39:26.316" v="5" actId="47"/>
        <pc:sldMkLst>
          <pc:docMk/>
          <pc:sldMk cId="1394328263" sldId="259"/>
        </pc:sldMkLst>
      </pc:sldChg>
      <pc:sldChg chg="addSp delSp modSp new mod">
        <pc:chgData name="Emmanuel Ajibola" userId="b1a03d759d8f4b91" providerId="LiveId" clId="{0BBC2B9E-421C-42E6-8F01-712F85DAFB7B}" dt="2026-06-10T16:54:50.240" v="263" actId="207"/>
        <pc:sldMkLst>
          <pc:docMk/>
          <pc:sldMk cId="1495814781" sldId="260"/>
        </pc:sldMkLst>
        <pc:spChg chg="add del mod">
          <ac:chgData name="Emmanuel Ajibola" userId="b1a03d759d8f4b91" providerId="LiveId" clId="{0BBC2B9E-421C-42E6-8F01-712F85DAFB7B}" dt="2026-06-10T16:45:52.067" v="46" actId="1076"/>
          <ac:spMkLst>
            <pc:docMk/>
            <pc:sldMk cId="1495814781" sldId="260"/>
            <ac:spMk id="2" creationId="{6E06B3A9-A491-40E1-81D1-526C6D059BAC}"/>
          </ac:spMkLst>
        </pc:spChg>
        <pc:spChg chg="mod">
          <ac:chgData name="Emmanuel Ajibola" userId="b1a03d759d8f4b91" providerId="LiveId" clId="{0BBC2B9E-421C-42E6-8F01-712F85DAFB7B}" dt="2026-06-10T16:45:50.295" v="45" actId="20577"/>
          <ac:spMkLst>
            <pc:docMk/>
            <pc:sldMk cId="1495814781" sldId="260"/>
            <ac:spMk id="3" creationId="{C0091C03-6B86-4EDC-8069-404C040F5FA9}"/>
          </ac:spMkLst>
        </pc:spChg>
        <pc:spChg chg="add del mod">
          <ac:chgData name="Emmanuel Ajibola" userId="b1a03d759d8f4b91" providerId="LiveId" clId="{0BBC2B9E-421C-42E6-8F01-712F85DAFB7B}" dt="2026-06-10T16:41:09.011" v="16"/>
          <ac:spMkLst>
            <pc:docMk/>
            <pc:sldMk cId="1495814781" sldId="260"/>
            <ac:spMk id="7" creationId="{C9C2FF33-FD24-4680-BB25-6C9600F4282C}"/>
          </ac:spMkLst>
        </pc:spChg>
        <pc:spChg chg="add mod">
          <ac:chgData name="Emmanuel Ajibola" userId="b1a03d759d8f4b91" providerId="LiveId" clId="{0BBC2B9E-421C-42E6-8F01-712F85DAFB7B}" dt="2026-06-10T16:54:50.240" v="263" actId="207"/>
          <ac:spMkLst>
            <pc:docMk/>
            <pc:sldMk cId="1495814781" sldId="260"/>
            <ac:spMk id="8" creationId="{1E0682CF-4649-441B-B4CE-A58248D628F5}"/>
          </ac:spMkLst>
        </pc:spChg>
      </pc:sldChg>
      <pc:sldChg chg="addSp delSp modSp new mod">
        <pc:chgData name="Emmanuel Ajibola" userId="b1a03d759d8f4b91" providerId="LiveId" clId="{0BBC2B9E-421C-42E6-8F01-712F85DAFB7B}" dt="2026-06-10T16:59:27.691" v="451" actId="1076"/>
        <pc:sldMkLst>
          <pc:docMk/>
          <pc:sldMk cId="4219017024" sldId="261"/>
        </pc:sldMkLst>
        <pc:spChg chg="mod">
          <ac:chgData name="Emmanuel Ajibola" userId="b1a03d759d8f4b91" providerId="LiveId" clId="{0BBC2B9E-421C-42E6-8F01-712F85DAFB7B}" dt="2026-06-10T16:59:19.746" v="449" actId="1076"/>
          <ac:spMkLst>
            <pc:docMk/>
            <pc:sldMk cId="4219017024" sldId="261"/>
            <ac:spMk id="2" creationId="{F8F84D19-F9D0-466C-97BC-98B361C99968}"/>
          </ac:spMkLst>
        </pc:spChg>
        <pc:spChg chg="add del mod">
          <ac:chgData name="Emmanuel Ajibola" userId="b1a03d759d8f4b91" providerId="LiveId" clId="{0BBC2B9E-421C-42E6-8F01-712F85DAFB7B}" dt="2026-06-10T16:59:27.691" v="451" actId="1076"/>
          <ac:spMkLst>
            <pc:docMk/>
            <pc:sldMk cId="4219017024" sldId="261"/>
            <ac:spMk id="3" creationId="{35FB3952-EA78-492E-8933-F32141349EC7}"/>
          </ac:spMkLst>
        </pc:spChg>
        <pc:spChg chg="add del mod">
          <ac:chgData name="Emmanuel Ajibola" userId="b1a03d759d8f4b91" providerId="LiveId" clId="{0BBC2B9E-421C-42E6-8F01-712F85DAFB7B}" dt="2026-06-10T16:57:49.137" v="281"/>
          <ac:spMkLst>
            <pc:docMk/>
            <pc:sldMk cId="4219017024" sldId="261"/>
            <ac:spMk id="7" creationId="{0E68A0C8-545C-495E-BA52-4A373BAC435E}"/>
          </ac:spMkLst>
        </pc:spChg>
      </pc:sldChg>
      <pc:sldChg chg="modSp new del mod">
        <pc:chgData name="Emmanuel Ajibola" userId="b1a03d759d8f4b91" providerId="LiveId" clId="{0BBC2B9E-421C-42E6-8F01-712F85DAFB7B}" dt="2026-06-10T23:35:51.672" v="456" actId="47"/>
        <pc:sldMkLst>
          <pc:docMk/>
          <pc:sldMk cId="2172502682" sldId="262"/>
        </pc:sldMkLst>
        <pc:spChg chg="mod">
          <ac:chgData name="Emmanuel Ajibola" userId="b1a03d759d8f4b91" providerId="LiveId" clId="{0BBC2B9E-421C-42E6-8F01-712F85DAFB7B}" dt="2026-06-10T23:35:38.859" v="454" actId="113"/>
          <ac:spMkLst>
            <pc:docMk/>
            <pc:sldMk cId="2172502682" sldId="262"/>
            <ac:spMk id="2" creationId="{FE2CD8AC-E856-4612-8B97-778AB54C308B}"/>
          </ac:spMkLst>
        </pc:spChg>
      </pc:sldChg>
      <pc:sldChg chg="addSp delSp modSp new mod">
        <pc:chgData name="Emmanuel Ajibola" userId="b1a03d759d8f4b91" providerId="LiveId" clId="{0BBC2B9E-421C-42E6-8F01-712F85DAFB7B}" dt="2026-06-10T23:38:17.331" v="631" actId="1076"/>
        <pc:sldMkLst>
          <pc:docMk/>
          <pc:sldMk cId="1540983158" sldId="263"/>
        </pc:sldMkLst>
        <pc:spChg chg="mod">
          <ac:chgData name="Emmanuel Ajibola" userId="b1a03d759d8f4b91" providerId="LiveId" clId="{0BBC2B9E-421C-42E6-8F01-712F85DAFB7B}" dt="2026-06-10T23:36:12.308" v="463" actId="14100"/>
          <ac:spMkLst>
            <pc:docMk/>
            <pc:sldMk cId="1540983158" sldId="263"/>
            <ac:spMk id="2" creationId="{56F9CD5F-0970-4B9F-8A38-955E3F866885}"/>
          </ac:spMkLst>
        </pc:spChg>
        <pc:spChg chg="del">
          <ac:chgData name="Emmanuel Ajibola" userId="b1a03d759d8f4b91" providerId="LiveId" clId="{0BBC2B9E-421C-42E6-8F01-712F85DAFB7B}" dt="2026-06-10T23:36:39.934" v="464"/>
          <ac:spMkLst>
            <pc:docMk/>
            <pc:sldMk cId="1540983158" sldId="263"/>
            <ac:spMk id="3" creationId="{BC731FDF-AB83-4471-885D-A5D83D606436}"/>
          </ac:spMkLst>
        </pc:spChg>
        <pc:spChg chg="add del mod">
          <ac:chgData name="Emmanuel Ajibola" userId="b1a03d759d8f4b91" providerId="LiveId" clId="{0BBC2B9E-421C-42E6-8F01-712F85DAFB7B}" dt="2026-06-10T23:36:41.224" v="465" actId="478"/>
          <ac:spMkLst>
            <pc:docMk/>
            <pc:sldMk cId="1540983158" sldId="263"/>
            <ac:spMk id="7" creationId="{48343A09-7A4D-4735-861F-85B0E45F59BD}"/>
          </ac:spMkLst>
        </pc:spChg>
        <pc:spChg chg="add mod">
          <ac:chgData name="Emmanuel Ajibola" userId="b1a03d759d8f4b91" providerId="LiveId" clId="{0BBC2B9E-421C-42E6-8F01-712F85DAFB7B}" dt="2026-06-10T23:38:17.331" v="631" actId="1076"/>
          <ac:spMkLst>
            <pc:docMk/>
            <pc:sldMk cId="1540983158" sldId="263"/>
            <ac:spMk id="8" creationId="{AF1B0F26-DAAC-41ED-B265-65A732258EC0}"/>
          </ac:spMkLst>
        </pc:spChg>
      </pc:sldChg>
      <pc:sldChg chg="modSp new mod">
        <pc:chgData name="Emmanuel Ajibola" userId="b1a03d759d8f4b91" providerId="LiveId" clId="{0BBC2B9E-421C-42E6-8F01-712F85DAFB7B}" dt="2026-06-10T23:41:21.855" v="672" actId="20577"/>
        <pc:sldMkLst>
          <pc:docMk/>
          <pc:sldMk cId="1179666693" sldId="264"/>
        </pc:sldMkLst>
        <pc:spChg chg="mod">
          <ac:chgData name="Emmanuel Ajibola" userId="b1a03d759d8f4b91" providerId="LiveId" clId="{0BBC2B9E-421C-42E6-8F01-712F85DAFB7B}" dt="2026-06-10T23:39:45.994" v="646" actId="14100"/>
          <ac:spMkLst>
            <pc:docMk/>
            <pc:sldMk cId="1179666693" sldId="264"/>
            <ac:spMk id="2" creationId="{A868E08B-E673-4B4A-A84D-627307036597}"/>
          </ac:spMkLst>
        </pc:spChg>
        <pc:spChg chg="mod">
          <ac:chgData name="Emmanuel Ajibola" userId="b1a03d759d8f4b91" providerId="LiveId" clId="{0BBC2B9E-421C-42E6-8F01-712F85DAFB7B}" dt="2026-06-10T23:41:21.855" v="672" actId="20577"/>
          <ac:spMkLst>
            <pc:docMk/>
            <pc:sldMk cId="1179666693" sldId="264"/>
            <ac:spMk id="3" creationId="{C0BE9125-C8DA-42AB-9649-E51CA7E0B560}"/>
          </ac:spMkLst>
        </pc:spChg>
      </pc:sldChg>
      <pc:sldChg chg="new del">
        <pc:chgData name="Emmanuel Ajibola" userId="b1a03d759d8f4b91" providerId="LiveId" clId="{0BBC2B9E-421C-42E6-8F01-712F85DAFB7B}" dt="2026-06-10T23:38:22.376" v="632" actId="47"/>
        <pc:sldMkLst>
          <pc:docMk/>
          <pc:sldMk cId="3834301459" sldId="264"/>
        </pc:sldMkLst>
      </pc:sldChg>
      <pc:sldChg chg="modSp new mod">
        <pc:chgData name="Emmanuel Ajibola" userId="b1a03d759d8f4b91" providerId="LiveId" clId="{0BBC2B9E-421C-42E6-8F01-712F85DAFB7B}" dt="2026-06-10T23:43:12.608" v="702" actId="20577"/>
        <pc:sldMkLst>
          <pc:docMk/>
          <pc:sldMk cId="3320736726" sldId="265"/>
        </pc:sldMkLst>
        <pc:spChg chg="mod">
          <ac:chgData name="Emmanuel Ajibola" userId="b1a03d759d8f4b91" providerId="LiveId" clId="{0BBC2B9E-421C-42E6-8F01-712F85DAFB7B}" dt="2026-06-10T23:42:13.484" v="693" actId="14100"/>
          <ac:spMkLst>
            <pc:docMk/>
            <pc:sldMk cId="3320736726" sldId="265"/>
            <ac:spMk id="2" creationId="{DAA9847B-8A71-48BE-A24D-47DD5EA08340}"/>
          </ac:spMkLst>
        </pc:spChg>
        <pc:spChg chg="mod">
          <ac:chgData name="Emmanuel Ajibola" userId="b1a03d759d8f4b91" providerId="LiveId" clId="{0BBC2B9E-421C-42E6-8F01-712F85DAFB7B}" dt="2026-06-10T23:43:12.608" v="702" actId="20577"/>
          <ac:spMkLst>
            <pc:docMk/>
            <pc:sldMk cId="3320736726" sldId="265"/>
            <ac:spMk id="3" creationId="{23440975-AB1F-40E2-82F3-A2C2F24E8EDC}"/>
          </ac:spMkLst>
        </pc:spChg>
      </pc:sldChg>
      <pc:sldChg chg="addSp delSp modSp new mod">
        <pc:chgData name="Emmanuel Ajibola" userId="b1a03d759d8f4b91" providerId="LiveId" clId="{0BBC2B9E-421C-42E6-8F01-712F85DAFB7B}" dt="2026-06-10T23:45:10.304" v="727" actId="20577"/>
        <pc:sldMkLst>
          <pc:docMk/>
          <pc:sldMk cId="4170022281" sldId="266"/>
        </pc:sldMkLst>
        <pc:spChg chg="mod">
          <ac:chgData name="Emmanuel Ajibola" userId="b1a03d759d8f4b91" providerId="LiveId" clId="{0BBC2B9E-421C-42E6-8F01-712F85DAFB7B}" dt="2026-06-10T23:43:47.684" v="710" actId="20577"/>
          <ac:spMkLst>
            <pc:docMk/>
            <pc:sldMk cId="4170022281" sldId="266"/>
            <ac:spMk id="2" creationId="{9178A53E-D89F-4021-ACC8-9F795A5242A7}"/>
          </ac:spMkLst>
        </pc:spChg>
        <pc:spChg chg="mod">
          <ac:chgData name="Emmanuel Ajibola" userId="b1a03d759d8f4b91" providerId="LiveId" clId="{0BBC2B9E-421C-42E6-8F01-712F85DAFB7B}" dt="2026-06-10T23:45:10.304" v="727" actId="20577"/>
          <ac:spMkLst>
            <pc:docMk/>
            <pc:sldMk cId="4170022281" sldId="266"/>
            <ac:spMk id="3" creationId="{10B275C6-AF03-4681-8750-1DDD6B3CE30C}"/>
          </ac:spMkLst>
        </pc:spChg>
        <pc:spChg chg="add del">
          <ac:chgData name="Emmanuel Ajibola" userId="b1a03d759d8f4b91" providerId="LiveId" clId="{0BBC2B9E-421C-42E6-8F01-712F85DAFB7B}" dt="2026-06-10T23:44:49.907" v="719"/>
          <ac:spMkLst>
            <pc:docMk/>
            <pc:sldMk cId="4170022281" sldId="266"/>
            <ac:spMk id="7" creationId="{7333F938-6747-416B-B16D-B9E783BBAB38}"/>
          </ac:spMkLst>
        </pc:spChg>
      </pc:sldChg>
      <pc:sldChg chg="addSp delSp modSp new mod">
        <pc:chgData name="Emmanuel Ajibola" userId="b1a03d759d8f4b91" providerId="LiveId" clId="{0BBC2B9E-421C-42E6-8F01-712F85DAFB7B}" dt="2026-06-10T23:58:03.738" v="835" actId="20577"/>
        <pc:sldMkLst>
          <pc:docMk/>
          <pc:sldMk cId="3626951682" sldId="267"/>
        </pc:sldMkLst>
        <pc:spChg chg="mod">
          <ac:chgData name="Emmanuel Ajibola" userId="b1a03d759d8f4b91" providerId="LiveId" clId="{0BBC2B9E-421C-42E6-8F01-712F85DAFB7B}" dt="2026-06-10T23:52:03.326" v="820" actId="14100"/>
          <ac:spMkLst>
            <pc:docMk/>
            <pc:sldMk cId="3626951682" sldId="267"/>
            <ac:spMk id="2" creationId="{3119DCF5-50D3-4F84-A41F-8E11CF92AEDC}"/>
          </ac:spMkLst>
        </pc:spChg>
        <pc:spChg chg="add del mod">
          <ac:chgData name="Emmanuel Ajibola" userId="b1a03d759d8f4b91" providerId="LiveId" clId="{0BBC2B9E-421C-42E6-8F01-712F85DAFB7B}" dt="2026-06-10T23:58:03.738" v="835" actId="20577"/>
          <ac:spMkLst>
            <pc:docMk/>
            <pc:sldMk cId="3626951682" sldId="267"/>
            <ac:spMk id="3" creationId="{36F36E80-8FB5-444A-BBBB-309B8FC70092}"/>
          </ac:spMkLst>
        </pc:spChg>
        <pc:spChg chg="add del mod">
          <ac:chgData name="Emmanuel Ajibola" userId="b1a03d759d8f4b91" providerId="LiveId" clId="{0BBC2B9E-421C-42E6-8F01-712F85DAFB7B}" dt="2026-06-10T23:50:10.673" v="744"/>
          <ac:spMkLst>
            <pc:docMk/>
            <pc:sldMk cId="3626951682" sldId="267"/>
            <ac:spMk id="7" creationId="{796F9D18-1E62-49BE-85D5-D060E8281D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E500E6-E82F-46B6-BAC6-7560FCA6655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86181C-EE4C-4FE3-961C-D048B62FA44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941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C575E-DC95-44E0-9215-632DBF8E4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C0D762-340B-4677-9BD3-0F5FA2FE9B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DF64A-C1C0-4713-94FB-60598031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6D753-40B3-481A-BB42-DDEA0F418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0440A9-90B3-4F69-B142-D26A908B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7882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B5F-9AA2-4986-A99B-EF6127408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193C0-60BB-4661-B3DD-E6AD519CA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54E903-D7F9-44F4-A8FD-ACAC9341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5926A-0E0A-4091-8B5A-6CEE1FBB0B1A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AEB22A-246D-4B3A-89A4-1B90B8EC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EED857-FB5C-4E94-A85D-FF708DB78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6497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8ED92-33F1-4763-904E-F9AB81E9E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248077-1587-43BF-B615-91094519D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15861-0ABE-4476-8FEB-B391BCF3A8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B83D6D-A45F-48B4-AC07-E26F5410C112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67192-F422-4A73-8E82-E3BE8E91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A4C4D2-1127-4236-9DFB-271152452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0041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587C-C69C-4EEA-A3D7-70042C693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EE962A-C87C-4499-9AA7-E4849A7F17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C95DB-D142-4487-A8FF-8C698D862E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3D6809-2113-45FC-A55F-F75A9234E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51867-401F-4BBB-8B65-762F16F5F9F2}" type="datetime1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1499B3-ECF9-411C-A55A-AA5B63CA4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24AAC-34DC-4C72-9844-5EE5D0E20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223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49849-B031-4CFF-A784-2F0C77263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7CBB4C-05C8-4C42-9F9A-2F3D34192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C77E2-20FE-4D4E-B67A-E443D22E52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65505B-85BD-4329-A88C-9FCDCB4F19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AB8363-B11E-4333-9953-446FC774EF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16C800-E201-41D7-99BF-1240171A4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86FEC-549D-4571-9DEB-574BDAB62383}" type="datetime1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EC3E3F-01D6-49FD-8CAB-A6A47CB97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0A7358-1C88-4307-81C2-03272FA48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7166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3C87E-BAD4-4ECF-9B33-437B6A3CC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DFB306-52A2-476E-B7CA-682DC37D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6FD1C-7DBE-4628-8F12-368FBE72DDB3}" type="datetime1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1D4A2A-3B72-4017-8D28-678683B0F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B2A589-17D6-4DE3-934B-CEC3EFB6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7352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3F7D47-8B1E-4787-B3B2-DDE4DB4E3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9870C-688E-4867-AB6C-E7C08058911D}" type="datetime1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F3FC96-4BA9-42D0-91B4-D48F15FE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9577C7-3FD1-42E7-8061-83E389ED4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23617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5A2A5A-70CD-4FB8-8493-1473B82C3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59EA8-98DD-4F0B-A7EF-0DA5D725C6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657208-0894-4F2E-9527-08D2A0A5E1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EF2655-8E7D-4499-90A1-28D8CD061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9ECDCE-BBC3-412A-8EC0-98186F36AB0C}" type="datetime1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0546A-F31F-4099-8804-BCFC43B55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61F088-5D35-41BD-859F-27F2D3B1E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086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AF4BE-04E1-4F74-BD96-4256B25D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CFE177-F368-4D22-861C-B144085AB5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F65F06-569D-40DC-A3C1-07C9C3CF1E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AB641-4B11-4AEF-B9D2-660FF968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D5C2A0-A81C-47BC-8604-7557A11DB415}" type="datetime1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99A696-E1D1-485B-8E0B-C93E07FE5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8D1F8-C9E1-42A3-BE5A-C5A9EB01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538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CFE8F-8E9E-4D6E-9ACA-7C0778E28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6D70CC-FFB2-474D-8FBA-AF5B386E8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53F1A9-5FDE-4BAA-ADA8-9ACA1C97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22025-A9DE-4310-8007-1C36226A3194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3DD55-4BC1-4692-96F0-8FB51C224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953B82-9CDE-4DA9-B8F8-9EE02CD12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78261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D640D1-4A83-4A49-A217-C58543BC5B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94F7E1-576C-4BB9-84C9-7FEA5628E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A8B05E-4FF0-4C2F-BAB3-6E386707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6BAACB-3B28-474F-9A65-16167534C6BD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D163E-D26D-455B-B9AA-3EAA5648B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6F9B20-0D91-483A-BD26-E9E2BD2D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827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27BBE0-0C93-4847-82E5-55AEA77E2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0D6E1-85F5-49C1-A1BB-33A29D2C9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D66DCD-AF81-4CD8-A4DC-B955F3CAB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A9459-960A-4C7C-8C54-2EAE75D80B36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8080F0-0504-4117-9AC1-00DCDABA3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CFD0A1-7730-4CEB-8715-A3CA3B86FC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FF13EC-0124-45A2-9AE2-302D7C94E6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8906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CD31351-96BB-4E88-99C1-2E8E6EDABC3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4D5375-3D79-4258-9E18-A3C5F18EE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547" y="406400"/>
            <a:ext cx="11983453" cy="23876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Exploratory Data Analysis (EDA) Of Loan Approval Dataset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B57D6-868C-4DAB-9320-A307B4AA06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8547" y="3429000"/>
            <a:ext cx="11742821" cy="3022600"/>
          </a:xfrm>
        </p:spPr>
        <p:txBody>
          <a:bodyPr>
            <a:normAutofit lnSpcReduction="10000"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Objective:</a:t>
            </a:r>
            <a:endParaRPr lang="en-GB" dirty="0">
              <a:latin typeface="Arial Black" panose="020B0A040201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rial Black" panose="020B0A04020102020204" pitchFamily="34" charset="0"/>
              </a:rPr>
              <a:t>Understand the dataset structure and data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rial Black" panose="020B0A04020102020204" pitchFamily="34" charset="0"/>
              </a:rPr>
              <a:t>Assess data quality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rial Black" panose="020B0A04020102020204" pitchFamily="34" charset="0"/>
              </a:rPr>
              <a:t>Explore variable distributions and group differences in loan approval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rial Black" panose="020B0A04020102020204" pitchFamily="34" charset="0"/>
              </a:rPr>
              <a:t>Identify relationships between variables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Arial Black" panose="020B0A04020102020204" pitchFamily="34" charset="0"/>
              </a:rPr>
              <a:t>Generate business insights and identify factors for loan approval decisions</a:t>
            </a:r>
          </a:p>
          <a:p>
            <a:endParaRPr lang="en-GB" dirty="0">
              <a:latin typeface="Arial Black" panose="020B0A04020102020204" pitchFamily="34" charset="0"/>
            </a:endParaRP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B482D80F-8BF2-4F71-9AB1-14BBC3E1A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DBDD0A-5890-45D7-B106-B0FE4C7D6AE0}" type="datetime1">
              <a:rPr lang="en-GB" smtClean="0"/>
              <a:t>10/06/2026</a:t>
            </a:fld>
            <a:endParaRPr lang="en-GB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CA08CAC-600D-45F6-AA34-EA6AB35F6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C7DBB8C-A6E5-4E58-B4FC-CF67ECC4D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1513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6B3A9-A491-40E1-81D1-526C6D059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138236"/>
            <a:ext cx="12191999" cy="2370974"/>
          </a:xfrm>
        </p:spPr>
        <p:txBody>
          <a:bodyPr>
            <a:normAutofit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Question 1: Dataset Inspection and Data Quality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091C03-6B86-4EDC-8069-404C040F5F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b="1" dirty="0"/>
          </a:p>
          <a:p>
            <a:r>
              <a:rPr lang="en-GB" b="1" dirty="0"/>
              <a:t>Purpose:</a:t>
            </a:r>
            <a:r>
              <a:rPr lang="en-GB" dirty="0"/>
              <a:t> To understand the dataset structure, identify missing values, check for duplicate records, and review variable data types before analysis.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5CFF3-91A8-4F45-BC9A-6E9CEF5AAF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86FA4-9284-4807-AAFD-BE816EC097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741F5-1124-4446-A3E2-DA929F84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2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0682CF-4649-441B-B4CE-A58248D628F5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5814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F84D19-F9D0-466C-97BC-98B361C999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30910"/>
            <a:ext cx="12192000" cy="2387600"/>
          </a:xfrm>
        </p:spPr>
        <p:txBody>
          <a:bodyPr/>
          <a:lstStyle/>
          <a:p>
            <a:r>
              <a:rPr lang="en-GB" b="1" dirty="0">
                <a:latin typeface="Arial Black" panose="020B0A04020102020204" pitchFamily="34" charset="0"/>
              </a:rPr>
              <a:t>Question 2: Variable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B3952-EA78-492E-8933-F32141349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5444"/>
            <a:ext cx="9144000" cy="1655762"/>
          </a:xfrm>
        </p:spPr>
        <p:txBody>
          <a:bodyPr/>
          <a:lstStyle/>
          <a:p>
            <a:r>
              <a:rPr lang="en-GB" b="1" dirty="0"/>
              <a:t>Purpose: </a:t>
            </a:r>
            <a:r>
              <a:rPr lang="en-GB" dirty="0"/>
              <a:t>To identify the measurement scale and role of each variable so that appropriate statistical methods could be selected for subsequent analysis.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F79C5-E0D9-40A8-9DBC-CE264F068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847EC6-049A-4186-B5F1-B05053927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7150B-0F7C-4EB5-A9D2-3B3344983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9017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F9CD5F-0970-4B9F-8A38-955E3F8668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22363"/>
            <a:ext cx="12126897" cy="2387600"/>
          </a:xfrm>
        </p:spPr>
        <p:txBody>
          <a:bodyPr>
            <a:normAutofit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Question 3: Normality Assessment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F0626-F263-4946-94BD-EF8BD7FF5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7DF09-BC91-4941-80FD-C354BCAA5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3DE53-F734-4357-B295-94430EBE8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4</a:t>
            </a:fld>
            <a:endParaRPr lang="en-GB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AF1B0F26-DAAC-41ED-B265-65A732258E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90835" y="3823980"/>
            <a:ext cx="9144000" cy="1655762"/>
          </a:xfrm>
        </p:spPr>
        <p:txBody>
          <a:bodyPr/>
          <a:lstStyle/>
          <a:p>
            <a:r>
              <a:rPr lang="en-GB" b="1" dirty="0"/>
              <a:t>Purpose: </a:t>
            </a:r>
            <a:r>
              <a:rPr lang="en-GB" dirty="0"/>
              <a:t>The purpose is to determine whether the numerical variables follow a normal distribution and identify the most appropriate statistical methods for analysis.</a:t>
            </a:r>
          </a:p>
        </p:txBody>
      </p:sp>
    </p:spTree>
    <p:extLst>
      <p:ext uri="{BB962C8B-B14F-4D97-AF65-F5344CB8AC3E}">
        <p14:creationId xmlns:p14="http://schemas.microsoft.com/office/powerpoint/2010/main" val="1540983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8E08B-E673-4B4A-A84D-6273070365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Question 4: Analysis of Categorical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BE9125-C8DA-42AB-9649-E51CA7E0B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Purpose: </a:t>
            </a:r>
            <a:r>
              <a:rPr lang="en-GB" dirty="0"/>
              <a:t>To understand the distribution of categorical variables and their relationship with loan approval.</a:t>
            </a:r>
          </a:p>
          <a:p>
            <a:r>
              <a:rPr lang="en-GB" dirty="0"/>
              <a:t>This analysis helped identify patterns within applicants and provided the factors that may influence loan approval.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6152-3D11-4A9C-B5C6-7AEAA6CE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6B488-DD0E-4E19-BDDB-AC2F39CD8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2CD573-6010-4EF9-8787-5BFDE9F8F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9666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9847B-8A71-48BE-A24D-47DD5EA083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122363"/>
            <a:ext cx="12192001" cy="2387600"/>
          </a:xfrm>
        </p:spPr>
        <p:txBody>
          <a:bodyPr>
            <a:normAutofit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Question 5: Correlation and Association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440975-AB1F-40E2-82F3-A2C2F24E8ED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Purpose: </a:t>
            </a:r>
            <a:r>
              <a:rPr lang="en-GB" dirty="0"/>
              <a:t>To measure relationships between variables. Correlation analysis helps identify which variables were most strongly associated with loan approval decisions.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A9F12-4692-4CA9-A7AA-0A291F99F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935A48-03EC-4DE8-8F51-C1830800D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6FACC-BFDE-4194-BBB3-14272941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073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8A53E-D89F-4021-ACC8-9F795A524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/>
          <a:lstStyle/>
          <a:p>
            <a:r>
              <a:rPr lang="en-GB" b="1" dirty="0">
                <a:latin typeface="Arial Black" panose="020B0A04020102020204" pitchFamily="34" charset="0"/>
              </a:rPr>
              <a:t>Question 6: Data Visualisation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B275C6-AF03-4681-8750-1DDD6B3CE3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Purpose: </a:t>
            </a:r>
            <a:r>
              <a:rPr lang="en-GB" dirty="0"/>
              <a:t>To visually explore patterns and relationships within the dataset. </a:t>
            </a:r>
          </a:p>
          <a:p>
            <a:r>
              <a:rPr lang="en-GB" dirty="0"/>
              <a:t>Visualisations provides an intuitive way to verify and communicate the findings from the statistical analyses.</a:t>
            </a:r>
          </a:p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3CD8A-F535-460D-BF4B-D328AAA3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39308-6A13-41F8-88D7-525E3ACE9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70BF6-01FC-40DE-BEA4-10F545FD3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0022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9DCF5-50D3-4F84-A41F-8E11CF92AE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Question 7: Business Insights and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F36E80-8FB5-444A-BBBB-309B8FC700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Refer to Code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A1199-E53E-43D8-B655-EA6BD496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29098-9A9B-4D9A-B303-D310FA1B7A31}" type="datetime1">
              <a:rPr lang="en-GB" smtClean="0"/>
              <a:t>11/06/2026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50141-E223-4961-A800-5EAF0CE2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ABIOLA EMMANUEL AJIBOLA ~ EDA PRESENTATION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1DA06B-142F-4FAD-BBA9-C766E0992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FF13EC-0124-45A2-9AE2-302D7C94E615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6951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509</TotalTime>
  <Words>314</Words>
  <Application>Microsoft Office PowerPoint</Application>
  <PresentationFormat>Widescreen</PresentationFormat>
  <Paragraphs>48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Exploratory Data Analysis (EDA) Of Loan Approval Dataset</vt:lpstr>
      <vt:lpstr>Question 1: Dataset Inspection and Data Quality</vt:lpstr>
      <vt:lpstr>Question 2: Variable Classification</vt:lpstr>
      <vt:lpstr>Question 3: Normality Assessment</vt:lpstr>
      <vt:lpstr>Question 4: Analysis of Categorical Variables</vt:lpstr>
      <vt:lpstr>Question 5: Correlation and Association Analysis</vt:lpstr>
      <vt:lpstr>Question 6: Data Visualisation</vt:lpstr>
      <vt:lpstr>Question 7: Business Insights and Recommendations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Exploratory Data Analysis (EDA) for</dc:title>
  <dc:creator>Emmanuel Ajibola</dc:creator>
  <cp:lastModifiedBy>Emmanuel Ajibola</cp:lastModifiedBy>
  <cp:revision>7</cp:revision>
  <dcterms:created xsi:type="dcterms:W3CDTF">2026-06-10T15:29:02Z</dcterms:created>
  <dcterms:modified xsi:type="dcterms:W3CDTF">2026-06-10T23:58:05Z</dcterms:modified>
</cp:coreProperties>
</file>